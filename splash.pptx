
<file path=[Content_Types].xml><?xml version="1.0" encoding="utf-8"?>
<Types xmlns="http://schemas.openxmlformats.org/package/2006/content-types">
  <Default Extension="jpeg" ContentType="image/jpeg"/>
  <Default Extension="jpg" ContentType="image/pn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media/image8.JPG" ContentType="image/jpeg"/>
  <Override PartName="/ppt/media/image9.jpg" ContentType="image/jpeg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60" r:id="rId4"/>
    <p:sldId id="261" r:id="rId5"/>
    <p:sldId id="259" r:id="rId6"/>
  </p:sldIdLst>
  <p:sldSz cx="12192000" cy="6858000"/>
  <p:notesSz cx="6858000" cy="9144000"/>
  <p:defaultTextStyle>
    <a:defPPr>
      <a:defRPr lang="en-US"/>
    </a:defPPr>
    <a:lvl1pPr marL="0" algn="l" defTabSz="91434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74" algn="l" defTabSz="91434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47" algn="l" defTabSz="91434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23" algn="l" defTabSz="91434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696" algn="l" defTabSz="91434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870" algn="l" defTabSz="91434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044" algn="l" defTabSz="91434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218" algn="l" defTabSz="91434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393" algn="l" defTabSz="91434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44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609CBD"/>
    <a:srgbClr val="FFC000"/>
    <a:srgbClr val="415F87"/>
    <a:srgbClr val="2C3060"/>
    <a:srgbClr val="11649B"/>
    <a:srgbClr val="166BA4"/>
    <a:srgbClr val="1B70AB"/>
    <a:srgbClr val="1B71AA"/>
    <a:srgbClr val="146BA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3120" autoAdjust="0"/>
    <p:restoredTop sz="94660"/>
  </p:normalViewPr>
  <p:slideViewPr>
    <p:cSldViewPr snapToGrid="0" showGuides="1">
      <p:cViewPr varScale="1">
        <p:scale>
          <a:sx n="126" d="100"/>
          <a:sy n="126" d="100"/>
        </p:scale>
        <p:origin x="138" y="138"/>
      </p:cViewPr>
      <p:guideLst>
        <p:guide orient="horz" pos="144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067B66-2BAD-8775-385C-EB78644AD6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4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477D746-2624-0F26-A050-3BC6FC8DBB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6" indent="0" algn="ctr">
              <a:buNone/>
              <a:defRPr sz="2000"/>
            </a:lvl2pPr>
            <a:lvl3pPr marL="914411" indent="0" algn="ctr">
              <a:buNone/>
              <a:defRPr sz="1801"/>
            </a:lvl3pPr>
            <a:lvl4pPr marL="1371617" indent="0" algn="ctr">
              <a:buNone/>
              <a:defRPr sz="1600"/>
            </a:lvl4pPr>
            <a:lvl5pPr marL="1828823" indent="0" algn="ctr">
              <a:buNone/>
              <a:defRPr sz="1600"/>
            </a:lvl5pPr>
            <a:lvl6pPr marL="2286029" indent="0" algn="ctr">
              <a:buNone/>
              <a:defRPr sz="1600"/>
            </a:lvl6pPr>
            <a:lvl7pPr marL="2743234" indent="0" algn="ctr">
              <a:buNone/>
              <a:defRPr sz="1600"/>
            </a:lvl7pPr>
            <a:lvl8pPr marL="3200440" indent="0" algn="ctr">
              <a:buNone/>
              <a:defRPr sz="1600"/>
            </a:lvl8pPr>
            <a:lvl9pPr marL="3657646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D826AF-1A82-6172-10BF-FEF22006C7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A650EF-D4B5-4501-AF52-08828929EFC7}" type="datetimeFigureOut">
              <a:rPr lang="pt-BR" smtClean="0"/>
              <a:t>02/12/2025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2421FF-5CB9-C973-E506-174878EF9D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836352-6E2D-FE9A-97DA-48B31FE1C4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031E2D-FC56-4B43-9FA3-2212CD96EBD8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93549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21DADB-B0FC-BCF2-3DDB-C35287900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169B8E-660E-F11C-7DCD-C194F81B93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6D8A4A-D3FE-0C01-3A1E-5FC0A5DF3B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A650EF-D4B5-4501-AF52-08828929EFC7}" type="datetimeFigureOut">
              <a:rPr lang="pt-BR" smtClean="0"/>
              <a:t>02/12/2025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461E1E-9E3E-7216-46AC-6AC4247747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283F6B-8F12-83D5-E0B1-1A974E8490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031E2D-FC56-4B43-9FA3-2212CD96EBD8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514371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AF9FD-1016-E282-1001-F63479EAD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2" y="1709739"/>
            <a:ext cx="10515600" cy="2852738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286477-CAE3-A75A-1D34-1D94A433BD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2" y="4589464"/>
            <a:ext cx="10515600" cy="1500188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6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11" indent="0">
              <a:buNone/>
              <a:defRPr sz="1801">
                <a:solidFill>
                  <a:schemeClr val="tx1">
                    <a:tint val="82000"/>
                  </a:schemeClr>
                </a:solidFill>
              </a:defRPr>
            </a:lvl3pPr>
            <a:lvl4pPr marL="1371617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23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29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34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4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46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D38F86-1923-60EC-679D-C37CFE57E6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A650EF-D4B5-4501-AF52-08828929EFC7}" type="datetimeFigureOut">
              <a:rPr lang="pt-BR" smtClean="0"/>
              <a:t>02/12/2025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3886E0-B9FF-0E9F-0DC7-2963609BE8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503A3E-35D2-2537-5034-ABA1900D88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031E2D-FC56-4B43-9FA3-2212CD96EBD8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439425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C2D7C9-63DA-81CE-E1E2-9D58222ACA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7BAAAB-A3E2-D433-54EB-CDF721CC36D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1" y="1825626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2EC357-7AE5-5153-45AF-949907B620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825626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DA35541-24FC-9028-B508-C5BD046CCC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A650EF-D4B5-4501-AF52-08828929EFC7}" type="datetimeFigureOut">
              <a:rPr lang="pt-BR" smtClean="0"/>
              <a:t>02/12/2025</a:t>
            </a:fld>
            <a:endParaRPr lang="pt-B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4DCCA0-B046-6883-D1C4-B746103493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E6635B-D0CD-6C1E-E539-789B57DDE6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031E2D-FC56-4B43-9FA3-2212CD96EBD8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261550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3D07EB-E2BC-C8DA-43A0-0E585BE878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365126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C02493-EA44-B1A4-86F0-58F55884EA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3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6" indent="0">
              <a:buNone/>
              <a:defRPr sz="2000" b="1"/>
            </a:lvl2pPr>
            <a:lvl3pPr marL="914411" indent="0">
              <a:buNone/>
              <a:defRPr sz="1801" b="1"/>
            </a:lvl3pPr>
            <a:lvl4pPr marL="1371617" indent="0">
              <a:buNone/>
              <a:defRPr sz="1600" b="1"/>
            </a:lvl4pPr>
            <a:lvl5pPr marL="1828823" indent="0">
              <a:buNone/>
              <a:defRPr sz="1600" b="1"/>
            </a:lvl5pPr>
            <a:lvl6pPr marL="2286029" indent="0">
              <a:buNone/>
              <a:defRPr sz="1600" b="1"/>
            </a:lvl6pPr>
            <a:lvl7pPr marL="2743234" indent="0">
              <a:buNone/>
              <a:defRPr sz="1600" b="1"/>
            </a:lvl7pPr>
            <a:lvl8pPr marL="3200440" indent="0">
              <a:buNone/>
              <a:defRPr sz="1600" b="1"/>
            </a:lvl8pPr>
            <a:lvl9pPr marL="3657646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A08BD95-745E-2619-1C79-0855AE7B94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505076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C9ABD08-474E-2DF6-6243-2DA9D290D9B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2" y="1681163"/>
            <a:ext cx="5183188" cy="823913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6" indent="0">
              <a:buNone/>
              <a:defRPr sz="2000" b="1"/>
            </a:lvl2pPr>
            <a:lvl3pPr marL="914411" indent="0">
              <a:buNone/>
              <a:defRPr sz="1801" b="1"/>
            </a:lvl3pPr>
            <a:lvl4pPr marL="1371617" indent="0">
              <a:buNone/>
              <a:defRPr sz="1600" b="1"/>
            </a:lvl4pPr>
            <a:lvl5pPr marL="1828823" indent="0">
              <a:buNone/>
              <a:defRPr sz="1600" b="1"/>
            </a:lvl5pPr>
            <a:lvl6pPr marL="2286029" indent="0">
              <a:buNone/>
              <a:defRPr sz="1600" b="1"/>
            </a:lvl6pPr>
            <a:lvl7pPr marL="2743234" indent="0">
              <a:buNone/>
              <a:defRPr sz="1600" b="1"/>
            </a:lvl7pPr>
            <a:lvl8pPr marL="3200440" indent="0">
              <a:buNone/>
              <a:defRPr sz="1600" b="1"/>
            </a:lvl8pPr>
            <a:lvl9pPr marL="3657646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04DFC1B-8CDF-3242-F551-B71324175BA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2505076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964FB80-782E-6235-7FE8-53D85CC1EA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A650EF-D4B5-4501-AF52-08828929EFC7}" type="datetimeFigureOut">
              <a:rPr lang="pt-BR" smtClean="0"/>
              <a:t>02/12/2025</a:t>
            </a:fld>
            <a:endParaRPr lang="pt-B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380E516-D8FD-6169-0D57-54AB1D03FD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EFC4DEF-36C8-D8F2-199F-3AA26724F8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031E2D-FC56-4B43-9FA3-2212CD96EBD8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408124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157DB5-2180-25D8-6D96-4BEC6A3324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6E50679-8CBB-F79E-5988-0D941D0549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A650EF-D4B5-4501-AF52-08828929EFC7}" type="datetimeFigureOut">
              <a:rPr lang="pt-BR" smtClean="0"/>
              <a:t>02/12/2025</a:t>
            </a:fld>
            <a:endParaRPr lang="pt-B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EB0812-6DA5-7237-6BD1-6DFCBE4642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EBFDB8-9598-AF99-C3F1-1D90708CCB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031E2D-FC56-4B43-9FA3-2212CD96EBD8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842476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FEE6BAE-447F-F92C-2A48-8DA57BEC7A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A650EF-D4B5-4501-AF52-08828929EFC7}" type="datetimeFigureOut">
              <a:rPr lang="pt-BR" smtClean="0"/>
              <a:t>02/12/2025</a:t>
            </a:fld>
            <a:endParaRPr lang="pt-B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B213FB5-DB49-4B91-0E07-CDD0169033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3ABBF4-EDC6-2C25-88C5-A64564F6A0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031E2D-FC56-4B43-9FA3-2212CD96EBD8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40503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C7C046-F4FE-75E0-FC0C-838A840352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90" y="457200"/>
            <a:ext cx="3932236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640F11-6FA3-70B2-6B63-5073570AE3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6"/>
            <a:ext cx="6172201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B4EF75A-9F96-6D64-945B-42034D5CDAE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90" y="2057400"/>
            <a:ext cx="3932236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6" indent="0">
              <a:buNone/>
              <a:defRPr sz="1401"/>
            </a:lvl2pPr>
            <a:lvl3pPr marL="914411" indent="0">
              <a:buNone/>
              <a:defRPr sz="1200"/>
            </a:lvl3pPr>
            <a:lvl4pPr marL="1371617" indent="0">
              <a:buNone/>
              <a:defRPr sz="1001"/>
            </a:lvl4pPr>
            <a:lvl5pPr marL="1828823" indent="0">
              <a:buNone/>
              <a:defRPr sz="1001"/>
            </a:lvl5pPr>
            <a:lvl6pPr marL="2286029" indent="0">
              <a:buNone/>
              <a:defRPr sz="1001"/>
            </a:lvl6pPr>
            <a:lvl7pPr marL="2743234" indent="0">
              <a:buNone/>
              <a:defRPr sz="1001"/>
            </a:lvl7pPr>
            <a:lvl8pPr marL="3200440" indent="0">
              <a:buNone/>
              <a:defRPr sz="1001"/>
            </a:lvl8pPr>
            <a:lvl9pPr marL="3657646" indent="0">
              <a:buNone/>
              <a:defRPr sz="100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13FFE5-B235-5A5D-4A2A-0EE2A18F9F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A650EF-D4B5-4501-AF52-08828929EFC7}" type="datetimeFigureOut">
              <a:rPr lang="pt-BR" smtClean="0"/>
              <a:t>02/12/2025</a:t>
            </a:fld>
            <a:endParaRPr lang="pt-B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FB3CDA2-BE22-E347-5A86-C7FE6F53F1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FCBBF8D-4927-1242-8F90-F565F60B48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031E2D-FC56-4B43-9FA3-2212CD96EBD8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653219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04E5E5-5773-5486-E728-8B7E158C14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90" y="457200"/>
            <a:ext cx="3932236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6338FE1-FC3A-C0BB-3E28-9049762015E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6"/>
            <a:ext cx="6172201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6" indent="0">
              <a:buNone/>
              <a:defRPr sz="2800"/>
            </a:lvl2pPr>
            <a:lvl3pPr marL="914411" indent="0">
              <a:buNone/>
              <a:defRPr sz="2400"/>
            </a:lvl3pPr>
            <a:lvl4pPr marL="1371617" indent="0">
              <a:buNone/>
              <a:defRPr sz="2000"/>
            </a:lvl4pPr>
            <a:lvl5pPr marL="1828823" indent="0">
              <a:buNone/>
              <a:defRPr sz="2000"/>
            </a:lvl5pPr>
            <a:lvl6pPr marL="2286029" indent="0">
              <a:buNone/>
              <a:defRPr sz="2000"/>
            </a:lvl6pPr>
            <a:lvl7pPr marL="2743234" indent="0">
              <a:buNone/>
              <a:defRPr sz="2000"/>
            </a:lvl7pPr>
            <a:lvl8pPr marL="3200440" indent="0">
              <a:buNone/>
              <a:defRPr sz="2000"/>
            </a:lvl8pPr>
            <a:lvl9pPr marL="3657646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382E404-D467-F36B-8271-944F1FA248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90" y="2057400"/>
            <a:ext cx="3932236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6" indent="0">
              <a:buNone/>
              <a:defRPr sz="1401"/>
            </a:lvl2pPr>
            <a:lvl3pPr marL="914411" indent="0">
              <a:buNone/>
              <a:defRPr sz="1200"/>
            </a:lvl3pPr>
            <a:lvl4pPr marL="1371617" indent="0">
              <a:buNone/>
              <a:defRPr sz="1001"/>
            </a:lvl4pPr>
            <a:lvl5pPr marL="1828823" indent="0">
              <a:buNone/>
              <a:defRPr sz="1001"/>
            </a:lvl5pPr>
            <a:lvl6pPr marL="2286029" indent="0">
              <a:buNone/>
              <a:defRPr sz="1001"/>
            </a:lvl6pPr>
            <a:lvl7pPr marL="2743234" indent="0">
              <a:buNone/>
              <a:defRPr sz="1001"/>
            </a:lvl7pPr>
            <a:lvl8pPr marL="3200440" indent="0">
              <a:buNone/>
              <a:defRPr sz="1001"/>
            </a:lvl8pPr>
            <a:lvl9pPr marL="3657646" indent="0">
              <a:buNone/>
              <a:defRPr sz="100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BA1CD3-0EED-658F-3078-3D55BE80B6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A650EF-D4B5-4501-AF52-08828929EFC7}" type="datetimeFigureOut">
              <a:rPr lang="pt-BR" smtClean="0"/>
              <a:t>02/12/2025</a:t>
            </a:fld>
            <a:endParaRPr lang="pt-B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45F889-205E-AA5E-EF80-8BAA342CE2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D23B6D4-EB7A-72F7-8AF4-1112C45229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031E2D-FC56-4B43-9FA3-2212CD96EBD8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156211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DE3548-9427-47E3-DB17-DDB14083B1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12B6957-EF68-48FA-B38E-68913027707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6B6816-75C3-2917-D85A-DB0A90579A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A650EF-D4B5-4501-AF52-08828929EFC7}" type="datetimeFigureOut">
              <a:rPr lang="pt-BR" smtClean="0"/>
              <a:t>02/12/2025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C5DB88-3F51-5474-6CAB-E2BB2E3E5B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58F3F2-14CE-2D2F-5DAA-1E94461B71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031E2D-FC56-4B43-9FA3-2212CD96EBD8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990669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D2D17A3-B7F5-D367-0E8E-EE0AEBFADF5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899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52F8C8-AC55-FF41-AAC7-7168AEE9298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199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DC34D5-9599-1C7D-98BD-A47C910E52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A650EF-D4B5-4501-AF52-08828929EFC7}" type="datetimeFigureOut">
              <a:rPr lang="pt-BR" smtClean="0"/>
              <a:t>02/12/2025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47B5CA-19AB-8418-ED4E-41497AA1A3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067089-CEA3-0824-3E8A-B2B81E7F01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031E2D-FC56-4B43-9FA3-2212CD96EBD8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76094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1848A70-5A57-D99F-D87D-924453DAC4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2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8AC49D7-356C-659B-86DD-99131F5223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2" y="1825626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ED82B5-B5DF-FD25-7DBD-13489D19FC1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1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AA650EF-D4B5-4501-AF52-08828929EFC7}" type="datetimeFigureOut">
              <a:rPr lang="pt-BR" smtClean="0"/>
              <a:t>02/12/2025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4013B9-3D5F-5C0C-2B2D-04BDB4EACEE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2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74EFDB-B976-8A96-81B0-60E5989DCD7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1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A031E2D-FC56-4B43-9FA3-2212CD96EBD8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575622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11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4" indent="-228604" algn="l" defTabSz="914411" rtl="0" eaLnBrk="1" latinLnBrk="0" hangingPunct="1">
        <a:lnSpc>
          <a:spcPct val="90000"/>
        </a:lnSpc>
        <a:spcBef>
          <a:spcPts val="1001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9" indent="-228604" algn="l" defTabSz="91441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15" indent="-228604" algn="l" defTabSz="91441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21" indent="-228604" algn="l" defTabSz="91441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4pPr>
      <a:lvl5pPr marL="2057427" indent="-228604" algn="l" defTabSz="91441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5pPr>
      <a:lvl6pPr marL="2514632" indent="-228604" algn="l" defTabSz="91441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971838" indent="-228604" algn="l" defTabSz="91441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429044" indent="-228604" algn="l" defTabSz="91441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886249" indent="-228604" algn="l" defTabSz="91441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11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1pPr>
      <a:lvl2pPr marL="457206" algn="l" defTabSz="914411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2pPr>
      <a:lvl3pPr marL="914411" algn="l" defTabSz="914411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3pPr>
      <a:lvl4pPr marL="1371617" algn="l" defTabSz="914411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4pPr>
      <a:lvl5pPr marL="1828823" algn="l" defTabSz="914411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5pPr>
      <a:lvl6pPr marL="2286029" algn="l" defTabSz="914411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743234" algn="l" defTabSz="914411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200440" algn="l" defTabSz="914411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657646" algn="l" defTabSz="914411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2.png"/><Relationship Id="rId7" Type="http://schemas.openxmlformats.org/officeDocument/2006/relationships/image" Target="../media/image5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jpeg"/><Relationship Id="rId5" Type="http://schemas.microsoft.com/office/2007/relationships/hdphoto" Target="../media/hdphoto1.wdp"/><Relationship Id="rId4" Type="http://schemas.openxmlformats.org/officeDocument/2006/relationships/image" Target="../media/image3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2.png"/><Relationship Id="rId7" Type="http://schemas.openxmlformats.org/officeDocument/2006/relationships/image" Target="../media/image5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jpeg"/><Relationship Id="rId5" Type="http://schemas.microsoft.com/office/2007/relationships/hdphoto" Target="../media/hdphoto1.wdp"/><Relationship Id="rId4" Type="http://schemas.openxmlformats.org/officeDocument/2006/relationships/image" Target="../media/image3.png"/><Relationship Id="rId9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3.png"/><Relationship Id="rId7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jpeg"/><Relationship Id="rId4" Type="http://schemas.microsoft.com/office/2007/relationships/hdphoto" Target="../media/hdphoto1.wdp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blue wall with a calendar and text&#10;&#10;AI-generated content may be incorrect.">
            <a:extLst>
              <a:ext uri="{FF2B5EF4-FFF2-40B4-BE49-F238E27FC236}">
                <a16:creationId xmlns:a16="http://schemas.microsoft.com/office/drawing/2014/main" id="{5D7CDD82-AE94-7EBE-E6DE-9839F130CF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90500" cap="sq">
            <a:solidFill>
              <a:srgbClr val="C8C6BD"/>
            </a:solidFill>
            <a:prstDash val="solid"/>
            <a:miter lim="800000"/>
          </a:ln>
          <a:effectLst>
            <a:outerShdw blurRad="254000" algn="bl" rotWithShape="0">
              <a:srgbClr val="000000">
                <a:alpha val="43000"/>
              </a:srgbClr>
            </a:outerShdw>
          </a:effectLst>
          <a:scene3d>
            <a:camera prst="perspectiveFront" fov="5400000"/>
            <a:lightRig rig="threePt" dir="t">
              <a:rot lat="0" lon="0" rev="2100000"/>
            </a:lightRig>
          </a:scene3d>
          <a:sp3d extrusionH="25400">
            <a:bevelT w="304800" h="152400" prst="hardEdge"/>
            <a:extrusionClr>
              <a:srgbClr val="000000"/>
            </a:extrusionClr>
          </a:sp3d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23A30572-93B7-6DF8-48EB-36FCBA96304F}"/>
              </a:ext>
            </a:extLst>
          </p:cNvPr>
          <p:cNvSpPr/>
          <p:nvPr/>
        </p:nvSpPr>
        <p:spPr>
          <a:xfrm>
            <a:off x="1439694" y="1323353"/>
            <a:ext cx="4031125" cy="3955524"/>
          </a:xfrm>
          <a:prstGeom prst="rect">
            <a:avLst/>
          </a:prstGeom>
          <a:solidFill>
            <a:srgbClr val="166BA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D6B0A461-8CC9-CABC-CC2D-7AB56C5D3F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2653180" y="4058402"/>
            <a:ext cx="335427" cy="3354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70B27927-DAD9-F4E1-2518-21F368879A7B}"/>
              </a:ext>
            </a:extLst>
          </p:cNvPr>
          <p:cNvSpPr/>
          <p:nvPr/>
        </p:nvSpPr>
        <p:spPr>
          <a:xfrm>
            <a:off x="4216564" y="6261525"/>
            <a:ext cx="7763738" cy="400110"/>
          </a:xfrm>
          <a:prstGeom prst="rect">
            <a:avLst/>
          </a:prstGeom>
          <a:noFill/>
          <a:ln>
            <a:noFill/>
          </a:ln>
          <a:effectLst>
            <a:glow rad="228600">
              <a:schemeClr val="accent1">
                <a:satMod val="175000"/>
                <a:alpha val="40000"/>
              </a:schemeClr>
            </a:glow>
            <a:outerShdw blurRad="149987" dist="250190" dir="8460000" algn="ctr">
              <a:srgbClr val="000000">
                <a:alpha val="28000"/>
              </a:srgbClr>
            </a:outerShdw>
          </a:effectLst>
          <a:scene3d>
            <a:camera prst="orthographicFront">
              <a:rot lat="0" lon="0" rev="0"/>
            </a:camera>
            <a:lightRig rig="contrasting" dir="t">
              <a:rot lat="0" lon="0" rev="1500000"/>
            </a:lightRig>
          </a:scene3d>
          <a:sp3d prstMaterial="metal">
            <a:bevelT w="88900" h="88900"/>
          </a:sp3d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000" b="1" spc="50" dirty="0">
                <a:ln w="0"/>
                <a:solidFill>
                  <a:schemeClr val="bg1"/>
                </a:solidFill>
                <a:latin typeface="Arial Black" panose="020B0A04020102020204" pitchFamily="34" charset="0"/>
              </a:rPr>
              <a:t>An unofficial app to manage your on-site workdays</a:t>
            </a:r>
            <a:endParaRPr lang="pt-BR" sz="2000" b="1" spc="50" dirty="0">
              <a:ln w="0"/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  <p:pic>
        <p:nvPicPr>
          <p:cNvPr id="6" name="Picture 5" descr="A blue line drawing of a calendar&#10;&#10;AI-generated content may be incorrect.">
            <a:extLst>
              <a:ext uri="{FF2B5EF4-FFF2-40B4-BE49-F238E27FC236}">
                <a16:creationId xmlns:a16="http://schemas.microsoft.com/office/drawing/2014/main" id="{E96132B6-5091-6E80-D00B-466BF4644777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13689D"/>
              </a:clrFrom>
              <a:clrTo>
                <a:srgbClr val="13689D">
                  <a:alpha val="0"/>
                </a:srgbClr>
              </a:clrTo>
            </a:clrChange>
            <a:duotone>
              <a:schemeClr val="bg2">
                <a:shade val="45000"/>
                <a:satMod val="135000"/>
              </a:schemeClr>
              <a:prstClr val="white"/>
            </a:duotone>
            <a:alphaModFix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Photocopy/>
                    </a14:imgEffect>
                    <a14:imgEffect>
                      <a14:sharpenSoften amount="50000"/>
                    </a14:imgEffect>
                    <a14:imgEffect>
                      <a14:saturation sat="0"/>
                    </a14:imgEffect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51599" y="1741007"/>
            <a:ext cx="3597836" cy="31457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2DCED245-B7BA-C6A1-A805-DB13F82CFC83}"/>
              </a:ext>
            </a:extLst>
          </p:cNvPr>
          <p:cNvSpPr/>
          <p:nvPr/>
        </p:nvSpPr>
        <p:spPr>
          <a:xfrm>
            <a:off x="3314906" y="3012925"/>
            <a:ext cx="671222" cy="603731"/>
          </a:xfrm>
          <a:prstGeom prst="roundRect">
            <a:avLst/>
          </a:prstGeom>
          <a:solidFill>
            <a:schemeClr val="bg1"/>
          </a:solidFill>
          <a:ln>
            <a:solidFill>
              <a:srgbClr val="0D649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1253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D85E5D68-4963-B9E3-91A1-139AF9C8F72F}"/>
              </a:ext>
            </a:extLst>
          </p:cNvPr>
          <p:cNvSpPr/>
          <p:nvPr/>
        </p:nvSpPr>
        <p:spPr>
          <a:xfrm>
            <a:off x="2138286" y="973773"/>
            <a:ext cx="513977" cy="425826"/>
          </a:xfrm>
          <a:prstGeom prst="roundRect">
            <a:avLst/>
          </a:prstGeom>
          <a:solidFill>
            <a:srgbClr val="F3ED01"/>
          </a:solidFill>
          <a:ln>
            <a:solidFill>
              <a:srgbClr val="0D649A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1253"/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B3BCA0E1-F391-CAC3-526B-6FCC5EE1164D}"/>
              </a:ext>
            </a:extLst>
          </p:cNvPr>
          <p:cNvSpPr/>
          <p:nvPr/>
        </p:nvSpPr>
        <p:spPr>
          <a:xfrm>
            <a:off x="1352380" y="425435"/>
            <a:ext cx="513977" cy="425826"/>
          </a:xfrm>
          <a:prstGeom prst="roundRect">
            <a:avLst/>
          </a:prstGeom>
          <a:solidFill>
            <a:schemeClr val="bg1"/>
          </a:solidFill>
          <a:ln>
            <a:solidFill>
              <a:srgbClr val="0D649A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1253"/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7F593C5F-4332-5F2D-DA03-AFB7D67F7761}"/>
              </a:ext>
            </a:extLst>
          </p:cNvPr>
          <p:cNvSpPr/>
          <p:nvPr/>
        </p:nvSpPr>
        <p:spPr>
          <a:xfrm>
            <a:off x="1352380" y="1528094"/>
            <a:ext cx="513977" cy="425826"/>
          </a:xfrm>
          <a:prstGeom prst="roundRect">
            <a:avLst/>
          </a:prstGeom>
          <a:solidFill>
            <a:schemeClr val="bg1"/>
          </a:solidFill>
          <a:ln>
            <a:solidFill>
              <a:srgbClr val="0D649A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1253"/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D415AA63-ABEC-63FA-41A9-7571E0B244FE}"/>
              </a:ext>
            </a:extLst>
          </p:cNvPr>
          <p:cNvSpPr/>
          <p:nvPr/>
        </p:nvSpPr>
        <p:spPr>
          <a:xfrm>
            <a:off x="572450" y="1528094"/>
            <a:ext cx="513977" cy="425826"/>
          </a:xfrm>
          <a:prstGeom prst="roundRect">
            <a:avLst/>
          </a:prstGeom>
          <a:solidFill>
            <a:schemeClr val="bg1"/>
          </a:solidFill>
          <a:ln>
            <a:solidFill>
              <a:srgbClr val="0D649A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1253"/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13D3FD4B-4A6A-313B-E1BE-CAC906693004}"/>
              </a:ext>
            </a:extLst>
          </p:cNvPr>
          <p:cNvSpPr/>
          <p:nvPr/>
        </p:nvSpPr>
        <p:spPr>
          <a:xfrm>
            <a:off x="572450" y="973773"/>
            <a:ext cx="513977" cy="425826"/>
          </a:xfrm>
          <a:prstGeom prst="roundRect">
            <a:avLst/>
          </a:prstGeom>
          <a:solidFill>
            <a:srgbClr val="00B050"/>
          </a:solidFill>
          <a:ln>
            <a:solidFill>
              <a:srgbClr val="0D649A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1253"/>
          </a:p>
        </p:txBody>
      </p:sp>
      <p:pic>
        <p:nvPicPr>
          <p:cNvPr id="38" name="Picture 2" descr="65+ Thousand Airplane Pictogram Royalty-Free Images, Stock Photos &amp;  Pictures | Shutterstock">
            <a:extLst>
              <a:ext uri="{FF2B5EF4-FFF2-40B4-BE49-F238E27FC236}">
                <a16:creationId xmlns:a16="http://schemas.microsoft.com/office/drawing/2014/main" id="{AC16D067-C17B-885D-C5C2-42EFF297B7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1159" y="3033762"/>
            <a:ext cx="611820" cy="611820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9039415B-5A4B-C3A5-4916-7BB10D636242}"/>
              </a:ext>
            </a:extLst>
          </p:cNvPr>
          <p:cNvSpPr/>
          <p:nvPr/>
        </p:nvSpPr>
        <p:spPr>
          <a:xfrm>
            <a:off x="2416687" y="3013512"/>
            <a:ext cx="671222" cy="603731"/>
          </a:xfrm>
          <a:prstGeom prst="roundRect">
            <a:avLst/>
          </a:prstGeom>
          <a:solidFill>
            <a:schemeClr val="bg1"/>
          </a:solidFill>
          <a:ln>
            <a:solidFill>
              <a:srgbClr val="0D649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1253"/>
          </a:p>
        </p:txBody>
      </p: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4B0C08B5-3DEC-4CE3-3A40-74D2E3B9BB7E}"/>
              </a:ext>
            </a:extLst>
          </p:cNvPr>
          <p:cNvSpPr/>
          <p:nvPr/>
        </p:nvSpPr>
        <p:spPr>
          <a:xfrm>
            <a:off x="2416687" y="3790098"/>
            <a:ext cx="671222" cy="603731"/>
          </a:xfrm>
          <a:prstGeom prst="roundRect">
            <a:avLst/>
          </a:prstGeom>
          <a:solidFill>
            <a:schemeClr val="bg1"/>
          </a:solidFill>
          <a:ln>
            <a:solidFill>
              <a:srgbClr val="0D649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1253"/>
          </a:p>
        </p:txBody>
      </p: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22039B95-3987-5A93-11A4-046E95C1B16A}"/>
              </a:ext>
            </a:extLst>
          </p:cNvPr>
          <p:cNvSpPr/>
          <p:nvPr/>
        </p:nvSpPr>
        <p:spPr>
          <a:xfrm>
            <a:off x="4216564" y="3009775"/>
            <a:ext cx="671222" cy="603731"/>
          </a:xfrm>
          <a:prstGeom prst="roundRect">
            <a:avLst/>
          </a:prstGeom>
          <a:solidFill>
            <a:schemeClr val="bg1"/>
          </a:solidFill>
          <a:ln>
            <a:solidFill>
              <a:srgbClr val="0D649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1253"/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77271F02-2D02-28B1-1CD8-0537C8FA80E0}"/>
              </a:ext>
            </a:extLst>
          </p:cNvPr>
          <p:cNvSpPr/>
          <p:nvPr/>
        </p:nvSpPr>
        <p:spPr>
          <a:xfrm>
            <a:off x="4209520" y="3790098"/>
            <a:ext cx="671222" cy="603731"/>
          </a:xfrm>
          <a:prstGeom prst="roundRect">
            <a:avLst/>
          </a:prstGeom>
          <a:solidFill>
            <a:schemeClr val="bg1"/>
          </a:solidFill>
          <a:ln>
            <a:solidFill>
              <a:srgbClr val="0D649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1253"/>
          </a:p>
        </p:txBody>
      </p:sp>
      <p:pic>
        <p:nvPicPr>
          <p:cNvPr id="40" name="Picture 4" descr="Home Icons transparent PNG images - StickPNG">
            <a:extLst>
              <a:ext uri="{FF2B5EF4-FFF2-40B4-BE49-F238E27FC236}">
                <a16:creationId xmlns:a16="http://schemas.microsoft.com/office/drawing/2014/main" id="{B4C8DBB5-9733-9E19-0B44-28A1C14A9E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93044" y="3061017"/>
            <a:ext cx="504174" cy="504174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4CAC2031-62F7-10C1-90EA-26DF322FB2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2473338" y="3034203"/>
            <a:ext cx="559178" cy="559178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" name="Picture 6">
            <a:extLst>
              <a:ext uri="{FF2B5EF4-FFF2-40B4-BE49-F238E27FC236}">
                <a16:creationId xmlns:a16="http://schemas.microsoft.com/office/drawing/2014/main" id="{4A4F623A-B705-E416-26FE-A34242CCFB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2503561" y="3837213"/>
            <a:ext cx="509500" cy="509500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2" name="Picture 10">
            <a:extLst>
              <a:ext uri="{FF2B5EF4-FFF2-40B4-BE49-F238E27FC236}">
                <a16:creationId xmlns:a16="http://schemas.microsoft.com/office/drawing/2014/main" id="{41437DA3-963B-C894-7510-37C7D9E7CE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4331219" y="3848898"/>
            <a:ext cx="465999" cy="465999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80539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blue wall with a calendar and text&#10;&#10;AI-generated content may be incorrect.">
            <a:extLst>
              <a:ext uri="{FF2B5EF4-FFF2-40B4-BE49-F238E27FC236}">
                <a16:creationId xmlns:a16="http://schemas.microsoft.com/office/drawing/2014/main" id="{5D7CDD82-AE94-7EBE-E6DE-9839F130CF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27885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50000"/>
                  <a:lumOff val="5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5400000" scaled="1"/>
            <a:tileRect/>
          </a:gradFill>
          <a:ln>
            <a:solidFill>
              <a:schemeClr val="accent1"/>
            </a:solidFill>
          </a:ln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23A30572-93B7-6DF8-48EB-36FCBA96304F}"/>
              </a:ext>
            </a:extLst>
          </p:cNvPr>
          <p:cNvSpPr/>
          <p:nvPr/>
        </p:nvSpPr>
        <p:spPr>
          <a:xfrm>
            <a:off x="1439694" y="1323353"/>
            <a:ext cx="4031125" cy="3955524"/>
          </a:xfrm>
          <a:prstGeom prst="rect">
            <a:avLst/>
          </a:prstGeom>
          <a:solidFill>
            <a:srgbClr val="11649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D6B0A461-8CC9-CABC-CC2D-7AB56C5D3F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2653180" y="4058402"/>
            <a:ext cx="335427" cy="3354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 descr="A blue line drawing of a calendar&#10;&#10;AI-generated content may be incorrect.">
            <a:extLst>
              <a:ext uri="{FF2B5EF4-FFF2-40B4-BE49-F238E27FC236}">
                <a16:creationId xmlns:a16="http://schemas.microsoft.com/office/drawing/2014/main" id="{E96132B6-5091-6E80-D00B-466BF4644777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13689D"/>
              </a:clrFrom>
              <a:clrTo>
                <a:srgbClr val="13689D">
                  <a:alpha val="0"/>
                </a:srgbClr>
              </a:clrTo>
            </a:clrChange>
            <a:duotone>
              <a:schemeClr val="bg2">
                <a:shade val="45000"/>
                <a:satMod val="135000"/>
              </a:schemeClr>
              <a:prstClr val="white"/>
            </a:duotone>
            <a:alphaModFix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Photocopy/>
                    </a14:imgEffect>
                    <a14:imgEffect>
                      <a14:sharpenSoften amount="50000"/>
                    </a14:imgEffect>
                    <a14:imgEffect>
                      <a14:saturation sat="0"/>
                    </a14:imgEffect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51599" y="1741007"/>
            <a:ext cx="3597836" cy="31457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2DCED245-B7BA-C6A1-A805-DB13F82CFC83}"/>
              </a:ext>
            </a:extLst>
          </p:cNvPr>
          <p:cNvSpPr/>
          <p:nvPr/>
        </p:nvSpPr>
        <p:spPr>
          <a:xfrm>
            <a:off x="3314906" y="3012925"/>
            <a:ext cx="671222" cy="603731"/>
          </a:xfrm>
          <a:prstGeom prst="roundRect">
            <a:avLst/>
          </a:prstGeom>
          <a:solidFill>
            <a:schemeClr val="bg1"/>
          </a:solidFill>
          <a:ln>
            <a:solidFill>
              <a:srgbClr val="0D649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1253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D85E5D68-4963-B9E3-91A1-139AF9C8F72F}"/>
              </a:ext>
            </a:extLst>
          </p:cNvPr>
          <p:cNvSpPr/>
          <p:nvPr/>
        </p:nvSpPr>
        <p:spPr>
          <a:xfrm>
            <a:off x="2138286" y="973773"/>
            <a:ext cx="513977" cy="425826"/>
          </a:xfrm>
          <a:prstGeom prst="roundRect">
            <a:avLst/>
          </a:prstGeom>
          <a:solidFill>
            <a:srgbClr val="F3ED01"/>
          </a:solidFill>
          <a:ln>
            <a:solidFill>
              <a:srgbClr val="0D649A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1253"/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B3BCA0E1-F391-CAC3-526B-6FCC5EE1164D}"/>
              </a:ext>
            </a:extLst>
          </p:cNvPr>
          <p:cNvSpPr/>
          <p:nvPr/>
        </p:nvSpPr>
        <p:spPr>
          <a:xfrm>
            <a:off x="1352380" y="425435"/>
            <a:ext cx="513977" cy="425826"/>
          </a:xfrm>
          <a:prstGeom prst="roundRect">
            <a:avLst/>
          </a:prstGeom>
          <a:solidFill>
            <a:schemeClr val="bg1"/>
          </a:solidFill>
          <a:ln>
            <a:solidFill>
              <a:srgbClr val="0D649A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1253"/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7F593C5F-4332-5F2D-DA03-AFB7D67F7761}"/>
              </a:ext>
            </a:extLst>
          </p:cNvPr>
          <p:cNvSpPr/>
          <p:nvPr/>
        </p:nvSpPr>
        <p:spPr>
          <a:xfrm>
            <a:off x="1352380" y="1528094"/>
            <a:ext cx="513977" cy="425826"/>
          </a:xfrm>
          <a:prstGeom prst="roundRect">
            <a:avLst/>
          </a:prstGeom>
          <a:solidFill>
            <a:schemeClr val="bg1"/>
          </a:solidFill>
          <a:ln>
            <a:solidFill>
              <a:srgbClr val="0D649A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1253"/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D415AA63-ABEC-63FA-41A9-7571E0B244FE}"/>
              </a:ext>
            </a:extLst>
          </p:cNvPr>
          <p:cNvSpPr/>
          <p:nvPr/>
        </p:nvSpPr>
        <p:spPr>
          <a:xfrm>
            <a:off x="572450" y="1528094"/>
            <a:ext cx="513977" cy="425826"/>
          </a:xfrm>
          <a:prstGeom prst="roundRect">
            <a:avLst/>
          </a:prstGeom>
          <a:solidFill>
            <a:schemeClr val="bg1"/>
          </a:solidFill>
          <a:ln>
            <a:solidFill>
              <a:srgbClr val="0D649A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1253"/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13D3FD4B-4A6A-313B-E1BE-CAC906693004}"/>
              </a:ext>
            </a:extLst>
          </p:cNvPr>
          <p:cNvSpPr/>
          <p:nvPr/>
        </p:nvSpPr>
        <p:spPr>
          <a:xfrm>
            <a:off x="572450" y="973773"/>
            <a:ext cx="513977" cy="425826"/>
          </a:xfrm>
          <a:prstGeom prst="roundRect">
            <a:avLst/>
          </a:prstGeom>
          <a:solidFill>
            <a:srgbClr val="00B050"/>
          </a:solidFill>
          <a:ln>
            <a:solidFill>
              <a:srgbClr val="0D649A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1253"/>
          </a:p>
        </p:txBody>
      </p:sp>
      <p:pic>
        <p:nvPicPr>
          <p:cNvPr id="38" name="Picture 2" descr="65+ Thousand Airplane Pictogram Royalty-Free Images, Stock Photos &amp;  Pictures | Shutterstock">
            <a:extLst>
              <a:ext uri="{FF2B5EF4-FFF2-40B4-BE49-F238E27FC236}">
                <a16:creationId xmlns:a16="http://schemas.microsoft.com/office/drawing/2014/main" id="{AC16D067-C17B-885D-C5C2-42EFF297B7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1159" y="3033762"/>
            <a:ext cx="611820" cy="611820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9039415B-5A4B-C3A5-4916-7BB10D636242}"/>
              </a:ext>
            </a:extLst>
          </p:cNvPr>
          <p:cNvSpPr/>
          <p:nvPr/>
        </p:nvSpPr>
        <p:spPr>
          <a:xfrm>
            <a:off x="2416687" y="3013512"/>
            <a:ext cx="671222" cy="603731"/>
          </a:xfrm>
          <a:prstGeom prst="roundRect">
            <a:avLst/>
          </a:prstGeom>
          <a:solidFill>
            <a:schemeClr val="bg1"/>
          </a:solidFill>
          <a:ln>
            <a:solidFill>
              <a:srgbClr val="0D649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1253"/>
          </a:p>
        </p:txBody>
      </p: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4B0C08B5-3DEC-4CE3-3A40-74D2E3B9BB7E}"/>
              </a:ext>
            </a:extLst>
          </p:cNvPr>
          <p:cNvSpPr/>
          <p:nvPr/>
        </p:nvSpPr>
        <p:spPr>
          <a:xfrm>
            <a:off x="2416687" y="3790098"/>
            <a:ext cx="671222" cy="603731"/>
          </a:xfrm>
          <a:prstGeom prst="roundRect">
            <a:avLst/>
          </a:prstGeom>
          <a:solidFill>
            <a:schemeClr val="bg1"/>
          </a:solidFill>
          <a:ln>
            <a:solidFill>
              <a:srgbClr val="0D649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1253"/>
          </a:p>
        </p:txBody>
      </p: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22039B95-3987-5A93-11A4-046E95C1B16A}"/>
              </a:ext>
            </a:extLst>
          </p:cNvPr>
          <p:cNvSpPr/>
          <p:nvPr/>
        </p:nvSpPr>
        <p:spPr>
          <a:xfrm>
            <a:off x="4216564" y="3009775"/>
            <a:ext cx="671222" cy="603731"/>
          </a:xfrm>
          <a:prstGeom prst="roundRect">
            <a:avLst/>
          </a:prstGeom>
          <a:solidFill>
            <a:schemeClr val="bg1"/>
          </a:solidFill>
          <a:ln>
            <a:solidFill>
              <a:srgbClr val="0D649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1253"/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77271F02-2D02-28B1-1CD8-0537C8FA80E0}"/>
              </a:ext>
            </a:extLst>
          </p:cNvPr>
          <p:cNvSpPr/>
          <p:nvPr/>
        </p:nvSpPr>
        <p:spPr>
          <a:xfrm>
            <a:off x="4209520" y="3790098"/>
            <a:ext cx="671222" cy="603731"/>
          </a:xfrm>
          <a:prstGeom prst="roundRect">
            <a:avLst/>
          </a:prstGeom>
          <a:solidFill>
            <a:schemeClr val="bg1"/>
          </a:solidFill>
          <a:ln>
            <a:solidFill>
              <a:srgbClr val="0D649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1253"/>
          </a:p>
        </p:txBody>
      </p:sp>
      <p:pic>
        <p:nvPicPr>
          <p:cNvPr id="40" name="Picture 4" descr="Home Icons transparent PNG images - StickPNG">
            <a:extLst>
              <a:ext uri="{FF2B5EF4-FFF2-40B4-BE49-F238E27FC236}">
                <a16:creationId xmlns:a16="http://schemas.microsoft.com/office/drawing/2014/main" id="{B4C8DBB5-9733-9E19-0B44-28A1C14A9E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93044" y="3061017"/>
            <a:ext cx="504174" cy="504174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4CAC2031-62F7-10C1-90EA-26DF322FB2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2473338" y="3034203"/>
            <a:ext cx="559178" cy="559178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" name="Picture 6">
            <a:extLst>
              <a:ext uri="{FF2B5EF4-FFF2-40B4-BE49-F238E27FC236}">
                <a16:creationId xmlns:a16="http://schemas.microsoft.com/office/drawing/2014/main" id="{4A4F623A-B705-E416-26FE-A34242CCFB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2503561" y="3837213"/>
            <a:ext cx="509500" cy="509500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2" name="Picture 10">
            <a:extLst>
              <a:ext uri="{FF2B5EF4-FFF2-40B4-BE49-F238E27FC236}">
                <a16:creationId xmlns:a16="http://schemas.microsoft.com/office/drawing/2014/main" id="{41437DA3-963B-C894-7510-37C7D9E7CE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4331219" y="3848898"/>
            <a:ext cx="465999" cy="465999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325672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480F3EE-EFCD-A3B8-B8E4-F22887A03457}"/>
              </a:ext>
            </a:extLst>
          </p:cNvPr>
          <p:cNvSpPr/>
          <p:nvPr/>
        </p:nvSpPr>
        <p:spPr>
          <a:xfrm>
            <a:off x="-9699" y="0"/>
            <a:ext cx="12201699" cy="6857999"/>
          </a:xfrm>
          <a:prstGeom prst="rect">
            <a:avLst/>
          </a:prstGeom>
          <a:gradFill flip="none" rotWithShape="1">
            <a:gsLst>
              <a:gs pos="0">
                <a:srgbClr val="2C3060"/>
              </a:gs>
              <a:gs pos="51000">
                <a:srgbClr val="415F87"/>
              </a:gs>
              <a:gs pos="100000">
                <a:srgbClr val="609CBD"/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D6B0A461-8CC9-CABC-CC2D-7AB56C5D3F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2653180" y="4058402"/>
            <a:ext cx="335427" cy="3354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 descr="A blue line drawing of a calendar&#10;&#10;AI-generated content may be incorrect.">
            <a:extLst>
              <a:ext uri="{FF2B5EF4-FFF2-40B4-BE49-F238E27FC236}">
                <a16:creationId xmlns:a16="http://schemas.microsoft.com/office/drawing/2014/main" id="{E96132B6-5091-6E80-D00B-466BF4644777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13689D"/>
              </a:clrFrom>
              <a:clrTo>
                <a:srgbClr val="13689D">
                  <a:alpha val="0"/>
                </a:srgbClr>
              </a:clrTo>
            </a:clrChange>
            <a:duotone>
              <a:schemeClr val="bg2">
                <a:shade val="45000"/>
                <a:satMod val="135000"/>
              </a:schemeClr>
              <a:prstClr val="white"/>
            </a:duotone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Photocopy/>
                    </a14:imgEffect>
                    <a14:imgEffect>
                      <a14:sharpenSoften amount="50000"/>
                    </a14:imgEffect>
                    <a14:imgEffect>
                      <a14:saturation sat="0"/>
                    </a14:imgEffect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51599" y="1741007"/>
            <a:ext cx="3597836" cy="31457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2DCED245-B7BA-C6A1-A805-DB13F82CFC83}"/>
              </a:ext>
            </a:extLst>
          </p:cNvPr>
          <p:cNvSpPr/>
          <p:nvPr/>
        </p:nvSpPr>
        <p:spPr>
          <a:xfrm>
            <a:off x="3314906" y="3012925"/>
            <a:ext cx="671222" cy="603731"/>
          </a:xfrm>
          <a:prstGeom prst="roundRect">
            <a:avLst/>
          </a:prstGeom>
          <a:solidFill>
            <a:schemeClr val="bg1"/>
          </a:solidFill>
          <a:ln>
            <a:solidFill>
              <a:srgbClr val="0D649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1253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D85E5D68-4963-B9E3-91A1-139AF9C8F72F}"/>
              </a:ext>
            </a:extLst>
          </p:cNvPr>
          <p:cNvSpPr/>
          <p:nvPr/>
        </p:nvSpPr>
        <p:spPr>
          <a:xfrm>
            <a:off x="904701" y="760859"/>
            <a:ext cx="914400" cy="914399"/>
          </a:xfrm>
          <a:prstGeom prst="roundRect">
            <a:avLst/>
          </a:prstGeom>
          <a:solidFill>
            <a:srgbClr val="FFC000">
              <a:alpha val="80000"/>
            </a:srgb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1253"/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7F593C5F-4332-5F2D-DA03-AFB7D67F7761}"/>
              </a:ext>
            </a:extLst>
          </p:cNvPr>
          <p:cNvSpPr/>
          <p:nvPr/>
        </p:nvSpPr>
        <p:spPr>
          <a:xfrm>
            <a:off x="2304030" y="561770"/>
            <a:ext cx="513977" cy="425826"/>
          </a:xfrm>
          <a:prstGeom prst="roundRect">
            <a:avLst/>
          </a:prstGeom>
          <a:solidFill>
            <a:srgbClr val="FFC000">
              <a:alpha val="80000"/>
            </a:srgb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1253" dirty="0"/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D415AA63-ABEC-63FA-41A9-7571E0B244FE}"/>
              </a:ext>
            </a:extLst>
          </p:cNvPr>
          <p:cNvSpPr/>
          <p:nvPr/>
        </p:nvSpPr>
        <p:spPr>
          <a:xfrm>
            <a:off x="572450" y="1528094"/>
            <a:ext cx="513977" cy="425826"/>
          </a:xfrm>
          <a:prstGeom prst="roundRect">
            <a:avLst/>
          </a:prstGeom>
          <a:solidFill>
            <a:srgbClr val="FFFFFF">
              <a:alpha val="80000"/>
            </a:srgb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1253"/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13D3FD4B-4A6A-313B-E1BE-CAC906693004}"/>
              </a:ext>
            </a:extLst>
          </p:cNvPr>
          <p:cNvSpPr/>
          <p:nvPr/>
        </p:nvSpPr>
        <p:spPr>
          <a:xfrm>
            <a:off x="572450" y="854605"/>
            <a:ext cx="513977" cy="425826"/>
          </a:xfrm>
          <a:prstGeom prst="roundRect">
            <a:avLst/>
          </a:prstGeom>
          <a:solidFill>
            <a:srgbClr val="00B050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1253"/>
          </a:p>
        </p:txBody>
      </p:sp>
      <p:pic>
        <p:nvPicPr>
          <p:cNvPr id="38" name="Picture 2" descr="65+ Thousand Airplane Pictogram Royalty-Free Images, Stock Photos &amp;  Pictures | Shutterstock">
            <a:extLst>
              <a:ext uri="{FF2B5EF4-FFF2-40B4-BE49-F238E27FC236}">
                <a16:creationId xmlns:a16="http://schemas.microsoft.com/office/drawing/2014/main" id="{AC16D067-C17B-885D-C5C2-42EFF297B7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1159" y="3033762"/>
            <a:ext cx="611820" cy="611820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9039415B-5A4B-C3A5-4916-7BB10D636242}"/>
              </a:ext>
            </a:extLst>
          </p:cNvPr>
          <p:cNvSpPr/>
          <p:nvPr/>
        </p:nvSpPr>
        <p:spPr>
          <a:xfrm>
            <a:off x="2416687" y="3013512"/>
            <a:ext cx="671222" cy="603731"/>
          </a:xfrm>
          <a:prstGeom prst="roundRect">
            <a:avLst/>
          </a:prstGeom>
          <a:solidFill>
            <a:schemeClr val="bg1"/>
          </a:solidFill>
          <a:ln>
            <a:solidFill>
              <a:srgbClr val="0D649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1253"/>
          </a:p>
        </p:txBody>
      </p: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4B0C08B5-3DEC-4CE3-3A40-74D2E3B9BB7E}"/>
              </a:ext>
            </a:extLst>
          </p:cNvPr>
          <p:cNvSpPr/>
          <p:nvPr/>
        </p:nvSpPr>
        <p:spPr>
          <a:xfrm>
            <a:off x="2416687" y="3790098"/>
            <a:ext cx="671222" cy="603731"/>
          </a:xfrm>
          <a:prstGeom prst="roundRect">
            <a:avLst/>
          </a:prstGeom>
          <a:solidFill>
            <a:schemeClr val="bg1"/>
          </a:solidFill>
          <a:ln>
            <a:solidFill>
              <a:srgbClr val="0D649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1253"/>
          </a:p>
        </p:txBody>
      </p: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22039B95-3987-5A93-11A4-046E95C1B16A}"/>
              </a:ext>
            </a:extLst>
          </p:cNvPr>
          <p:cNvSpPr/>
          <p:nvPr/>
        </p:nvSpPr>
        <p:spPr>
          <a:xfrm>
            <a:off x="4216564" y="3009775"/>
            <a:ext cx="671222" cy="603731"/>
          </a:xfrm>
          <a:prstGeom prst="roundRect">
            <a:avLst/>
          </a:prstGeom>
          <a:solidFill>
            <a:schemeClr val="bg1"/>
          </a:solidFill>
          <a:ln>
            <a:solidFill>
              <a:srgbClr val="0D649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1253"/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77271F02-2D02-28B1-1CD8-0537C8FA80E0}"/>
              </a:ext>
            </a:extLst>
          </p:cNvPr>
          <p:cNvSpPr/>
          <p:nvPr/>
        </p:nvSpPr>
        <p:spPr>
          <a:xfrm>
            <a:off x="4209520" y="3790098"/>
            <a:ext cx="671222" cy="603731"/>
          </a:xfrm>
          <a:prstGeom prst="roundRect">
            <a:avLst/>
          </a:prstGeom>
          <a:solidFill>
            <a:schemeClr val="bg1"/>
          </a:solidFill>
          <a:ln>
            <a:solidFill>
              <a:srgbClr val="0D649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1253"/>
          </a:p>
        </p:txBody>
      </p:sp>
      <p:pic>
        <p:nvPicPr>
          <p:cNvPr id="40" name="Picture 4" descr="Home Icons transparent PNG images - StickPNG">
            <a:extLst>
              <a:ext uri="{FF2B5EF4-FFF2-40B4-BE49-F238E27FC236}">
                <a16:creationId xmlns:a16="http://schemas.microsoft.com/office/drawing/2014/main" id="{B4C8DBB5-9733-9E19-0B44-28A1C14A9E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93044" y="3061017"/>
            <a:ext cx="504174" cy="504174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4CAC2031-62F7-10C1-90EA-26DF322FB2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2473338" y="3034203"/>
            <a:ext cx="559178" cy="559178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" name="Picture 6">
            <a:extLst>
              <a:ext uri="{FF2B5EF4-FFF2-40B4-BE49-F238E27FC236}">
                <a16:creationId xmlns:a16="http://schemas.microsoft.com/office/drawing/2014/main" id="{4A4F623A-B705-E416-26FE-A34242CCFB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2503561" y="3837213"/>
            <a:ext cx="509500" cy="509500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2" name="Picture 10">
            <a:extLst>
              <a:ext uri="{FF2B5EF4-FFF2-40B4-BE49-F238E27FC236}">
                <a16:creationId xmlns:a16="http://schemas.microsoft.com/office/drawing/2014/main" id="{41437DA3-963B-C894-7510-37C7D9E7CE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4331219" y="3848898"/>
            <a:ext cx="465999" cy="465999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B3BCA0E1-F391-CAC3-526B-6FCC5EE1164D}"/>
              </a:ext>
            </a:extLst>
          </p:cNvPr>
          <p:cNvSpPr/>
          <p:nvPr/>
        </p:nvSpPr>
        <p:spPr>
          <a:xfrm>
            <a:off x="681798" y="561770"/>
            <a:ext cx="513977" cy="505748"/>
          </a:xfrm>
          <a:prstGeom prst="roundRect">
            <a:avLst/>
          </a:prstGeom>
          <a:solidFill>
            <a:srgbClr val="609CBD">
              <a:alpha val="80000"/>
            </a:srgb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1253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E006275-CA5A-25CA-808D-1379EB287BA6}"/>
              </a:ext>
            </a:extLst>
          </p:cNvPr>
          <p:cNvSpPr txBox="1"/>
          <p:nvPr/>
        </p:nvSpPr>
        <p:spPr>
          <a:xfrm rot="21165283">
            <a:off x="4777748" y="1295522"/>
            <a:ext cx="6073306" cy="2646878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6600" b="1" dirty="0">
                <a:solidFill>
                  <a:srgbClr val="00B0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rush Script MT" panose="03060802040406070304" pitchFamily="66" charset="0"/>
              </a:rPr>
              <a:t>W</a:t>
            </a:r>
            <a:r>
              <a:rPr lang="en-US" sz="138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V Boli" panose="02000500030200090000" pitchFamily="2" charset="0"/>
                <a:cs typeface="MV Boli" panose="02000500030200090000" pitchFamily="2" charset="0"/>
              </a:rPr>
              <a:t>ork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5C53F7A-2FD0-7B70-52BF-23B324AC3716}"/>
              </a:ext>
            </a:extLst>
          </p:cNvPr>
          <p:cNvSpPr/>
          <p:nvPr/>
        </p:nvSpPr>
        <p:spPr>
          <a:xfrm>
            <a:off x="5525916" y="1461633"/>
            <a:ext cx="5144959" cy="36344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1845016-6446-0CFD-EE76-E668DA8B875E}"/>
              </a:ext>
            </a:extLst>
          </p:cNvPr>
          <p:cNvSpPr txBox="1"/>
          <p:nvPr/>
        </p:nvSpPr>
        <p:spPr>
          <a:xfrm rot="21149685">
            <a:off x="5672655" y="2362518"/>
            <a:ext cx="6098874" cy="264687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en-US" sz="16600" b="1" dirty="0">
                <a:solidFill>
                  <a:schemeClr val="tx2">
                    <a:lumMod val="50000"/>
                    <a:lumOff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rush Script MT" panose="03060802040406070304" pitchFamily="66" charset="0"/>
              </a:rPr>
              <a:t>D</a:t>
            </a:r>
            <a:r>
              <a:rPr lang="en-US" sz="166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V Boli" panose="02000500030200090000" pitchFamily="2" charset="0"/>
                <a:cs typeface="MV Boli" panose="02000500030200090000" pitchFamily="2" charset="0"/>
              </a:rPr>
              <a:t>ays</a:t>
            </a:r>
            <a:endParaRPr lang="pt-BR" sz="2800" b="1" dirty="0"/>
          </a:p>
        </p:txBody>
      </p:sp>
    </p:spTree>
    <p:extLst>
      <p:ext uri="{BB962C8B-B14F-4D97-AF65-F5344CB8AC3E}">
        <p14:creationId xmlns:p14="http://schemas.microsoft.com/office/powerpoint/2010/main" val="33846225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alendar with icons and text&#10;&#10;AI-generated content may be incorrect.">
            <a:extLst>
              <a:ext uri="{FF2B5EF4-FFF2-40B4-BE49-F238E27FC236}">
                <a16:creationId xmlns:a16="http://schemas.microsoft.com/office/drawing/2014/main" id="{900C929F-347A-6365-89B8-678D3379D05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" name="Picture 6" descr="A calendar with icons and text&#10;&#10;AI-generated content may be incorrect.">
            <a:extLst>
              <a:ext uri="{FF2B5EF4-FFF2-40B4-BE49-F238E27FC236}">
                <a16:creationId xmlns:a16="http://schemas.microsoft.com/office/drawing/2014/main" id="{4ADD0C3C-6609-658F-63F8-4FDA2750433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376" t="45445" r="41312"/>
          <a:stretch/>
        </p:blipFill>
        <p:spPr>
          <a:xfrm>
            <a:off x="6507480" y="3116580"/>
            <a:ext cx="647700" cy="37414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96573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45083DAA-4951-0B6E-AA3D-B333597669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85602" y="6151793"/>
            <a:ext cx="523948" cy="34294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603A52D-35DE-A714-B0DD-3507B0CE75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427499" flipH="1">
            <a:off x="11827654" y="6424688"/>
            <a:ext cx="45719" cy="429730"/>
          </a:xfrm>
          <a:prstGeom prst="rect">
            <a:avLst/>
          </a:prstGeom>
        </p:spPr>
      </p:pic>
      <p:pic>
        <p:nvPicPr>
          <p:cNvPr id="2" name="Picture 1" descr="A calendar with icons and text">
            <a:extLst>
              <a:ext uri="{FF2B5EF4-FFF2-40B4-BE49-F238E27FC236}">
                <a16:creationId xmlns:a16="http://schemas.microsoft.com/office/drawing/2014/main" id="{BDD4270A-5F2F-E505-2DE2-DE216317264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00" t="2475" r="1468" b="1466"/>
          <a:stretch/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46496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150</TotalTime>
  <Words>10</Words>
  <Application>Microsoft Office PowerPoint</Application>
  <PresentationFormat>Widescreen</PresentationFormat>
  <Paragraphs>3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2" baseType="lpstr">
      <vt:lpstr>Aptos</vt:lpstr>
      <vt:lpstr>Aptos Display</vt:lpstr>
      <vt:lpstr>Arial</vt:lpstr>
      <vt:lpstr>Arial Black</vt:lpstr>
      <vt:lpstr>Brush Script MT</vt:lpstr>
      <vt:lpstr>MV Boli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DASSAULT SYSTEMES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ZAMBRONI Fabricio</dc:creator>
  <cp:lastModifiedBy>ZAMBRONI Fabricio</cp:lastModifiedBy>
  <cp:revision>20</cp:revision>
  <dcterms:created xsi:type="dcterms:W3CDTF">2025-09-15T17:10:55Z</dcterms:created>
  <dcterms:modified xsi:type="dcterms:W3CDTF">2025-12-02T22:40:36Z</dcterms:modified>
</cp:coreProperties>
</file>