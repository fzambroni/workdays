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34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4" algn="l" defTabSz="91434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47" algn="l" defTabSz="91434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23" algn="l" defTabSz="91434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96" algn="l" defTabSz="91434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70" algn="l" defTabSz="91434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44" algn="l" defTabSz="91434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18" algn="l" defTabSz="91434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93" algn="l" defTabSz="91434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649A"/>
    <a:srgbClr val="F3ED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91" y="432"/>
      </p:cViewPr>
      <p:guideLst>
        <p:guide orient="horz" pos="14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7B66-2BAD-8775-385C-EB78644AD6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77D746-2624-0F26-A050-3BC6FC8DBB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826AF-1A82-6172-10BF-FEF22006C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50EF-D4B5-4501-AF52-08828929EFC7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421FF-5CB9-C973-E506-174878EF9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36352-6E2D-FE9A-97DA-48B31FE1C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31E2D-FC56-4B43-9FA3-2212CD96EBD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9354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1DADB-B0FC-BCF2-3DDB-C35287900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69B8E-660E-F11C-7DCD-C194F81B9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D8A4A-D3FE-0C01-3A1E-5FC0A5DF3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50EF-D4B5-4501-AF52-08828929EFC7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61E1E-9E3E-7216-46AC-6AC424774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83F6B-8F12-83D5-E0B1-1A974E849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31E2D-FC56-4B43-9FA3-2212CD96EBD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143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F9FD-1016-E282-1001-F63479EAD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9"/>
            <a:ext cx="105156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86477-CAE3-A75A-1D34-1D94A433B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82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38F86-1923-60EC-679D-C37CFE57E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50EF-D4B5-4501-AF52-08828929EFC7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886E0-B9FF-0E9F-0DC7-2963609B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3A3E-35D2-2537-5034-ABA1900D8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31E2D-FC56-4B43-9FA3-2212CD96EBD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3942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2D7C9-63DA-81CE-E1E2-9D58222AC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BAAAB-A3E2-D433-54EB-CDF721CC36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2EC357-7AE5-5153-45AF-949907B62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A35541-24FC-9028-B508-C5BD046CC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50EF-D4B5-4501-AF52-08828929EFC7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DCCA0-B046-6883-D1C4-B74610349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6635B-D0CD-6C1E-E539-789B57DDE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31E2D-FC56-4B43-9FA3-2212CD96EBD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6155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D07EB-E2BC-C8DA-43A0-0E585BE87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02493-EA44-B1A4-86F0-58F55884E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08BD95-745E-2619-1C79-0855AE7B9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9ABD08-474E-2DF6-6243-2DA9D290D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4DFC1B-8CDF-3242-F551-B71324175B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64FB80-782E-6235-7FE8-53D85CC1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50EF-D4B5-4501-AF52-08828929EFC7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0E516-D8FD-6169-0D57-54AB1D03F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FC4DEF-36C8-D8F2-199F-3AA26724F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31E2D-FC56-4B43-9FA3-2212CD96EBD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0812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57DB5-2180-25D8-6D96-4BEC6A332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50679-8CBB-F79E-5988-0D941D054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50EF-D4B5-4501-AF52-08828929EFC7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EB0812-6DA5-7237-6BD1-6DFCBE464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EBFDB8-9598-AF99-C3F1-1D90708CC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31E2D-FC56-4B43-9FA3-2212CD96EBD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4247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EE6BAE-447F-F92C-2A48-8DA57BEC7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50EF-D4B5-4501-AF52-08828929EFC7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13FB5-DB49-4B91-0E07-CDD016903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ABBF4-EDC6-2C25-88C5-A64564F6A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31E2D-FC56-4B43-9FA3-2212CD96EBD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4050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046-F4FE-75E0-FC0C-838A84035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40F11-6FA3-70B2-6B63-5073570AE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4EF75A-9F96-6D64-945B-42034D5CDA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3FFE5-B235-5A5D-4A2A-0EE2A18F9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50EF-D4B5-4501-AF52-08828929EFC7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3CDA2-BE22-E347-5A86-C7FE6F53F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BBF8D-4927-1242-8F90-F565F60B4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31E2D-FC56-4B43-9FA3-2212CD96EBD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5321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4E5E5-5773-5486-E728-8B7E158C1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338FE1-FC3A-C0BB-3E28-9049762015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2E404-D467-F36B-8271-944F1FA24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A1CD3-0EED-658F-3078-3D55BE80B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50EF-D4B5-4501-AF52-08828929EFC7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5F889-205E-AA5E-EF80-8BAA342CE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23B6D4-EB7A-72F7-8AF4-1112C4522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31E2D-FC56-4B43-9FA3-2212CD96EBD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5621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E3548-9427-47E3-DB17-DDB14083B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B6957-EF68-48FA-B38E-6891302770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B6816-75C3-2917-D85A-DB0A90579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50EF-D4B5-4501-AF52-08828929EFC7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5DB88-3F51-5474-6CAB-E2BB2E3E5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8F3F2-14CE-2D2F-5DAA-1E94461B7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31E2D-FC56-4B43-9FA3-2212CD96EBD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906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2D17A3-B7F5-D367-0E8E-EE0AEBFADF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52F8C8-AC55-FF41-AAC7-7168AEE929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C34D5-9599-1C7D-98BD-A47C910E5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50EF-D4B5-4501-AF52-08828929EFC7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7B5CA-19AB-8418-ED4E-41497AA1A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67089-CEA3-0824-3E8A-B2B81E7F0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31E2D-FC56-4B43-9FA3-2212CD96EBD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609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848A70-5A57-D99F-D87D-924453DAC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C49D7-356C-659B-86DD-99131F522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D82B5-B5DF-FD25-7DBD-13489D19FC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A650EF-D4B5-4501-AF52-08828929EFC7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013B9-3D5F-5C0C-2B2D-04BDB4EACE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4EFDB-B976-8A96-81B0-60E5989DC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031E2D-FC56-4B43-9FA3-2212CD96EBD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7562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wall with a calendar and text&#10;&#10;AI-generated content may be incorrect.">
            <a:extLst>
              <a:ext uri="{FF2B5EF4-FFF2-40B4-BE49-F238E27FC236}">
                <a16:creationId xmlns:a16="http://schemas.microsoft.com/office/drawing/2014/main" id="{5D7CDD82-AE94-7EBE-E6DE-9839F130C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D649A"/>
            </a:solidFill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A5417CF3-75D3-5646-5FAF-39526C43BE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102"/>
          <a:stretch/>
        </p:blipFill>
        <p:spPr>
          <a:xfrm>
            <a:off x="3225102" y="2648391"/>
            <a:ext cx="2162477" cy="221493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23465B6-6958-A718-A9F4-BEB51A869C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102"/>
          <a:stretch/>
        </p:blipFill>
        <p:spPr>
          <a:xfrm>
            <a:off x="1568498" y="2846532"/>
            <a:ext cx="2162477" cy="22149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24B6E49-EA2F-FC1B-BFB7-81A0D8CCBD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102"/>
          <a:stretch/>
        </p:blipFill>
        <p:spPr>
          <a:xfrm>
            <a:off x="1850908" y="1451741"/>
            <a:ext cx="2162477" cy="221493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26A3005-D828-B956-4897-824C3393F7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102"/>
          <a:stretch/>
        </p:blipFill>
        <p:spPr>
          <a:xfrm>
            <a:off x="3183993" y="1423267"/>
            <a:ext cx="2162477" cy="2214935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6B0A461-8CC9-CABC-CC2D-7AB56C5D3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53180" y="4058402"/>
            <a:ext cx="335427" cy="335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0B27927-DAD9-F4E1-2518-21F368879A7B}"/>
              </a:ext>
            </a:extLst>
          </p:cNvPr>
          <p:cNvSpPr/>
          <p:nvPr/>
        </p:nvSpPr>
        <p:spPr>
          <a:xfrm>
            <a:off x="4428262" y="5846802"/>
            <a:ext cx="7763738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10160">
                  <a:solidFill>
                    <a:srgbClr val="0D649A"/>
                  </a:solidFill>
                  <a:prstDash val="solid"/>
                </a:ln>
                <a:solidFill>
                  <a:srgbClr val="FFFFFF"/>
                </a:solidFill>
                <a:latin typeface="Arial Black" panose="020B0A04020102020204" pitchFamily="34" charset="0"/>
              </a:rPr>
              <a:t>An unofficial app to manage your on-site workdays</a:t>
            </a:r>
            <a:endParaRPr lang="pt-BR" sz="2000" b="1" dirty="0">
              <a:ln w="10160">
                <a:solidFill>
                  <a:srgbClr val="0D649A"/>
                </a:solidFill>
                <a:prstDash val="solid"/>
              </a:ln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Picture 5" descr="A blue line drawing of a calendar&#10;&#10;AI-generated content may be incorrect.">
            <a:extLst>
              <a:ext uri="{FF2B5EF4-FFF2-40B4-BE49-F238E27FC236}">
                <a16:creationId xmlns:a16="http://schemas.microsoft.com/office/drawing/2014/main" id="{E96132B6-5091-6E80-D00B-466BF464477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327" y="1738790"/>
            <a:ext cx="3597836" cy="3145700"/>
          </a:xfrm>
          <a:prstGeom prst="rect">
            <a:avLst/>
          </a:prstGeom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DCED245-B7BA-C6A1-A805-DB13F82CFC83}"/>
              </a:ext>
            </a:extLst>
          </p:cNvPr>
          <p:cNvSpPr/>
          <p:nvPr/>
        </p:nvSpPr>
        <p:spPr>
          <a:xfrm>
            <a:off x="3314906" y="3012925"/>
            <a:ext cx="671222" cy="603731"/>
          </a:xfrm>
          <a:prstGeom prst="roundRect">
            <a:avLst/>
          </a:prstGeom>
          <a:solidFill>
            <a:schemeClr val="bg1"/>
          </a:solidFill>
          <a:ln>
            <a:solidFill>
              <a:srgbClr val="0D6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3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85E5D68-4963-B9E3-91A1-139AF9C8F72F}"/>
              </a:ext>
            </a:extLst>
          </p:cNvPr>
          <p:cNvSpPr/>
          <p:nvPr/>
        </p:nvSpPr>
        <p:spPr>
          <a:xfrm>
            <a:off x="2138286" y="973773"/>
            <a:ext cx="513977" cy="425826"/>
          </a:xfrm>
          <a:prstGeom prst="roundRect">
            <a:avLst/>
          </a:prstGeom>
          <a:solidFill>
            <a:srgbClr val="F3ED01"/>
          </a:solidFill>
          <a:ln>
            <a:solidFill>
              <a:srgbClr val="0D6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3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3BCA0E1-F391-CAC3-526B-6FCC5EE1164D}"/>
              </a:ext>
            </a:extLst>
          </p:cNvPr>
          <p:cNvSpPr/>
          <p:nvPr/>
        </p:nvSpPr>
        <p:spPr>
          <a:xfrm>
            <a:off x="1352380" y="425435"/>
            <a:ext cx="513977" cy="425826"/>
          </a:xfrm>
          <a:prstGeom prst="roundRect">
            <a:avLst/>
          </a:prstGeom>
          <a:solidFill>
            <a:schemeClr val="bg1"/>
          </a:solidFill>
          <a:ln>
            <a:solidFill>
              <a:srgbClr val="0D6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3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593C5F-4332-5F2D-DA03-AFB7D67F7761}"/>
              </a:ext>
            </a:extLst>
          </p:cNvPr>
          <p:cNvSpPr/>
          <p:nvPr/>
        </p:nvSpPr>
        <p:spPr>
          <a:xfrm>
            <a:off x="1352380" y="1528094"/>
            <a:ext cx="513977" cy="425826"/>
          </a:xfrm>
          <a:prstGeom prst="roundRect">
            <a:avLst/>
          </a:prstGeom>
          <a:solidFill>
            <a:schemeClr val="bg1"/>
          </a:solidFill>
          <a:ln>
            <a:solidFill>
              <a:srgbClr val="0D6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3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415AA63-ABEC-63FA-41A9-7571E0B244FE}"/>
              </a:ext>
            </a:extLst>
          </p:cNvPr>
          <p:cNvSpPr/>
          <p:nvPr/>
        </p:nvSpPr>
        <p:spPr>
          <a:xfrm>
            <a:off x="572450" y="1528094"/>
            <a:ext cx="513977" cy="425826"/>
          </a:xfrm>
          <a:prstGeom prst="roundRect">
            <a:avLst/>
          </a:prstGeom>
          <a:solidFill>
            <a:schemeClr val="bg1"/>
          </a:solidFill>
          <a:ln>
            <a:solidFill>
              <a:srgbClr val="0D6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3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3D3FD4B-4A6A-313B-E1BE-CAC906693004}"/>
              </a:ext>
            </a:extLst>
          </p:cNvPr>
          <p:cNvSpPr/>
          <p:nvPr/>
        </p:nvSpPr>
        <p:spPr>
          <a:xfrm>
            <a:off x="572450" y="973773"/>
            <a:ext cx="513977" cy="425826"/>
          </a:xfrm>
          <a:prstGeom prst="roundRect">
            <a:avLst/>
          </a:prstGeom>
          <a:solidFill>
            <a:srgbClr val="00B050"/>
          </a:solidFill>
          <a:ln>
            <a:solidFill>
              <a:srgbClr val="0D6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3"/>
          </a:p>
        </p:txBody>
      </p:sp>
      <p:pic>
        <p:nvPicPr>
          <p:cNvPr id="38" name="Picture 2" descr="65+ Thousand Airplane Pictogram Royalty-Free Images, Stock Photos &amp;  Pictures | Shutterstock">
            <a:extLst>
              <a:ext uri="{FF2B5EF4-FFF2-40B4-BE49-F238E27FC236}">
                <a16:creationId xmlns:a16="http://schemas.microsoft.com/office/drawing/2014/main" id="{AC16D067-C17B-885D-C5C2-42EFF297B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159" y="3033762"/>
            <a:ext cx="611820" cy="611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039415B-5A4B-C3A5-4916-7BB10D636242}"/>
              </a:ext>
            </a:extLst>
          </p:cNvPr>
          <p:cNvSpPr/>
          <p:nvPr/>
        </p:nvSpPr>
        <p:spPr>
          <a:xfrm>
            <a:off x="2416687" y="3013512"/>
            <a:ext cx="671222" cy="603731"/>
          </a:xfrm>
          <a:prstGeom prst="roundRect">
            <a:avLst/>
          </a:prstGeom>
          <a:solidFill>
            <a:schemeClr val="bg1"/>
          </a:solidFill>
          <a:ln>
            <a:solidFill>
              <a:srgbClr val="0D6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3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B0C08B5-3DEC-4CE3-3A40-74D2E3B9BB7E}"/>
              </a:ext>
            </a:extLst>
          </p:cNvPr>
          <p:cNvSpPr/>
          <p:nvPr/>
        </p:nvSpPr>
        <p:spPr>
          <a:xfrm>
            <a:off x="2416687" y="3790098"/>
            <a:ext cx="671222" cy="603731"/>
          </a:xfrm>
          <a:prstGeom prst="roundRect">
            <a:avLst/>
          </a:prstGeom>
          <a:solidFill>
            <a:schemeClr val="bg1"/>
          </a:solidFill>
          <a:ln>
            <a:solidFill>
              <a:srgbClr val="0D6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3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2039B95-3987-5A93-11A4-046E95C1B16A}"/>
              </a:ext>
            </a:extLst>
          </p:cNvPr>
          <p:cNvSpPr/>
          <p:nvPr/>
        </p:nvSpPr>
        <p:spPr>
          <a:xfrm>
            <a:off x="4216564" y="3009775"/>
            <a:ext cx="671222" cy="603731"/>
          </a:xfrm>
          <a:prstGeom prst="roundRect">
            <a:avLst/>
          </a:prstGeom>
          <a:solidFill>
            <a:schemeClr val="bg1"/>
          </a:solidFill>
          <a:ln>
            <a:solidFill>
              <a:srgbClr val="0D6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3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7271F02-2D02-28B1-1CD8-0537C8FA80E0}"/>
              </a:ext>
            </a:extLst>
          </p:cNvPr>
          <p:cNvSpPr/>
          <p:nvPr/>
        </p:nvSpPr>
        <p:spPr>
          <a:xfrm>
            <a:off x="4209520" y="3790098"/>
            <a:ext cx="671222" cy="603731"/>
          </a:xfrm>
          <a:prstGeom prst="roundRect">
            <a:avLst/>
          </a:prstGeom>
          <a:solidFill>
            <a:schemeClr val="bg1"/>
          </a:solidFill>
          <a:ln>
            <a:solidFill>
              <a:srgbClr val="0D6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3"/>
          </a:p>
        </p:txBody>
      </p:sp>
      <p:pic>
        <p:nvPicPr>
          <p:cNvPr id="40" name="Picture 4" descr="Home Icons transparent PNG images - StickPNG">
            <a:extLst>
              <a:ext uri="{FF2B5EF4-FFF2-40B4-BE49-F238E27FC236}">
                <a16:creationId xmlns:a16="http://schemas.microsoft.com/office/drawing/2014/main" id="{B4C8DBB5-9733-9E19-0B44-28A1C14A9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044" y="3061017"/>
            <a:ext cx="504174" cy="504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CAC2031-62F7-10C1-90EA-26DF322FB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73338" y="3034203"/>
            <a:ext cx="559178" cy="559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6">
            <a:extLst>
              <a:ext uri="{FF2B5EF4-FFF2-40B4-BE49-F238E27FC236}">
                <a16:creationId xmlns:a16="http://schemas.microsoft.com/office/drawing/2014/main" id="{4A4F623A-B705-E416-26FE-A34242CCF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523016" y="3837213"/>
            <a:ext cx="509500" cy="50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10">
            <a:extLst>
              <a:ext uri="{FF2B5EF4-FFF2-40B4-BE49-F238E27FC236}">
                <a16:creationId xmlns:a16="http://schemas.microsoft.com/office/drawing/2014/main" id="{41437DA3-963B-C894-7510-37C7D9E7C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331219" y="3848898"/>
            <a:ext cx="465999" cy="465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053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wall with a calendar and text&#10;&#10;AI-generated content may be incorrect.">
            <a:extLst>
              <a:ext uri="{FF2B5EF4-FFF2-40B4-BE49-F238E27FC236}">
                <a16:creationId xmlns:a16="http://schemas.microsoft.com/office/drawing/2014/main" id="{27DEAEAF-E151-A0AE-3716-4BFEF281C5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D649A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89DF2F-8452-0724-4C91-300BC4B518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102"/>
          <a:stretch/>
        </p:blipFill>
        <p:spPr>
          <a:xfrm>
            <a:off x="3225102" y="2648391"/>
            <a:ext cx="2162477" cy="22149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89DEAE-9E30-07A6-9409-B447EE0E4F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102"/>
          <a:stretch/>
        </p:blipFill>
        <p:spPr>
          <a:xfrm>
            <a:off x="1568498" y="2846532"/>
            <a:ext cx="2162477" cy="22149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F36EC0D-7906-10F6-85B7-6F8E7A6AA5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102"/>
          <a:stretch/>
        </p:blipFill>
        <p:spPr>
          <a:xfrm>
            <a:off x="1850908" y="1451741"/>
            <a:ext cx="2162477" cy="22149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CC44247-BE7D-C990-1151-77621FCE3F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102"/>
          <a:stretch/>
        </p:blipFill>
        <p:spPr>
          <a:xfrm>
            <a:off x="3183993" y="1423267"/>
            <a:ext cx="2162477" cy="2214935"/>
          </a:xfrm>
          <a:prstGeom prst="rect">
            <a:avLst/>
          </a:prstGeom>
        </p:spPr>
      </p:pic>
      <p:pic>
        <p:nvPicPr>
          <p:cNvPr id="16" name="Picture 6">
            <a:extLst>
              <a:ext uri="{FF2B5EF4-FFF2-40B4-BE49-F238E27FC236}">
                <a16:creationId xmlns:a16="http://schemas.microsoft.com/office/drawing/2014/main" id="{9ABAB54E-E1F7-CAD6-DD79-6332E312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53180" y="4058402"/>
            <a:ext cx="335427" cy="335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A blue line drawing of a calendar&#10;&#10;AI-generated content may be incorrect.">
            <a:extLst>
              <a:ext uri="{FF2B5EF4-FFF2-40B4-BE49-F238E27FC236}">
                <a16:creationId xmlns:a16="http://schemas.microsoft.com/office/drawing/2014/main" id="{6CE4120C-CF36-CE05-E357-301C27C8043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327" y="1738790"/>
            <a:ext cx="3597836" cy="314570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DA34161-E1EA-0497-4217-26F3EB45573F}"/>
              </a:ext>
            </a:extLst>
          </p:cNvPr>
          <p:cNvSpPr/>
          <p:nvPr/>
        </p:nvSpPr>
        <p:spPr>
          <a:xfrm>
            <a:off x="3314906" y="3012925"/>
            <a:ext cx="671222" cy="603731"/>
          </a:xfrm>
          <a:prstGeom prst="roundRect">
            <a:avLst/>
          </a:prstGeom>
          <a:solidFill>
            <a:schemeClr val="bg1"/>
          </a:solidFill>
          <a:ln>
            <a:solidFill>
              <a:srgbClr val="0D6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3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3CDCF62-5980-77F5-5A9B-A991E4CEA50E}"/>
              </a:ext>
            </a:extLst>
          </p:cNvPr>
          <p:cNvSpPr/>
          <p:nvPr/>
        </p:nvSpPr>
        <p:spPr>
          <a:xfrm>
            <a:off x="2138286" y="973773"/>
            <a:ext cx="513977" cy="425826"/>
          </a:xfrm>
          <a:prstGeom prst="roundRect">
            <a:avLst/>
          </a:prstGeom>
          <a:solidFill>
            <a:srgbClr val="F3ED01"/>
          </a:solidFill>
          <a:ln>
            <a:solidFill>
              <a:srgbClr val="0D6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3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FA55EA7-DA7D-4AC7-B97A-2AEF136415BE}"/>
              </a:ext>
            </a:extLst>
          </p:cNvPr>
          <p:cNvSpPr/>
          <p:nvPr/>
        </p:nvSpPr>
        <p:spPr>
          <a:xfrm>
            <a:off x="1352380" y="425435"/>
            <a:ext cx="513977" cy="425826"/>
          </a:xfrm>
          <a:prstGeom prst="roundRect">
            <a:avLst/>
          </a:prstGeom>
          <a:solidFill>
            <a:schemeClr val="bg1"/>
          </a:solidFill>
          <a:ln>
            <a:solidFill>
              <a:srgbClr val="0D6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3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55E2A9A-CC8C-F62B-06EA-747C8E1769F9}"/>
              </a:ext>
            </a:extLst>
          </p:cNvPr>
          <p:cNvSpPr/>
          <p:nvPr/>
        </p:nvSpPr>
        <p:spPr>
          <a:xfrm>
            <a:off x="1352380" y="1528094"/>
            <a:ext cx="513977" cy="425826"/>
          </a:xfrm>
          <a:prstGeom prst="roundRect">
            <a:avLst/>
          </a:prstGeom>
          <a:solidFill>
            <a:schemeClr val="bg1"/>
          </a:solidFill>
          <a:ln>
            <a:solidFill>
              <a:srgbClr val="0D6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3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650FCFF-B82B-186E-372A-A2A84E33AC39}"/>
              </a:ext>
            </a:extLst>
          </p:cNvPr>
          <p:cNvSpPr/>
          <p:nvPr/>
        </p:nvSpPr>
        <p:spPr>
          <a:xfrm>
            <a:off x="572450" y="1528094"/>
            <a:ext cx="513977" cy="425826"/>
          </a:xfrm>
          <a:prstGeom prst="roundRect">
            <a:avLst/>
          </a:prstGeom>
          <a:solidFill>
            <a:schemeClr val="bg1"/>
          </a:solidFill>
          <a:ln>
            <a:solidFill>
              <a:srgbClr val="0D6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3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B8F6C18-BC24-1AB6-CEB4-E2031E016366}"/>
              </a:ext>
            </a:extLst>
          </p:cNvPr>
          <p:cNvSpPr/>
          <p:nvPr/>
        </p:nvSpPr>
        <p:spPr>
          <a:xfrm>
            <a:off x="572450" y="973773"/>
            <a:ext cx="513977" cy="425826"/>
          </a:xfrm>
          <a:prstGeom prst="roundRect">
            <a:avLst/>
          </a:prstGeom>
          <a:solidFill>
            <a:srgbClr val="00B050"/>
          </a:solidFill>
          <a:ln>
            <a:solidFill>
              <a:srgbClr val="0D6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3"/>
          </a:p>
        </p:txBody>
      </p:sp>
      <p:pic>
        <p:nvPicPr>
          <p:cNvPr id="36" name="Picture 2" descr="65+ Thousand Airplane Pictogram Royalty-Free Images, Stock Photos &amp;  Pictures | Shutterstock">
            <a:extLst>
              <a:ext uri="{FF2B5EF4-FFF2-40B4-BE49-F238E27FC236}">
                <a16:creationId xmlns:a16="http://schemas.microsoft.com/office/drawing/2014/main" id="{9073B0E8-3311-1C3B-1DC2-36D144FF6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159" y="3033762"/>
            <a:ext cx="611820" cy="611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38C3E11-5752-0F5C-5F3F-2DB73A42448B}"/>
              </a:ext>
            </a:extLst>
          </p:cNvPr>
          <p:cNvSpPr/>
          <p:nvPr/>
        </p:nvSpPr>
        <p:spPr>
          <a:xfrm>
            <a:off x="2416687" y="3013512"/>
            <a:ext cx="671222" cy="603731"/>
          </a:xfrm>
          <a:prstGeom prst="roundRect">
            <a:avLst/>
          </a:prstGeom>
          <a:solidFill>
            <a:schemeClr val="bg1"/>
          </a:solidFill>
          <a:ln>
            <a:solidFill>
              <a:srgbClr val="0D6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3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69985AF-E27B-78D1-BDE2-6AF2588E0050}"/>
              </a:ext>
            </a:extLst>
          </p:cNvPr>
          <p:cNvSpPr/>
          <p:nvPr/>
        </p:nvSpPr>
        <p:spPr>
          <a:xfrm>
            <a:off x="2416687" y="3790098"/>
            <a:ext cx="671222" cy="603731"/>
          </a:xfrm>
          <a:prstGeom prst="roundRect">
            <a:avLst/>
          </a:prstGeom>
          <a:solidFill>
            <a:schemeClr val="bg1"/>
          </a:solidFill>
          <a:ln>
            <a:solidFill>
              <a:srgbClr val="0D6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3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335A695-CCE0-A4F5-1A3E-2A986FADD153}"/>
              </a:ext>
            </a:extLst>
          </p:cNvPr>
          <p:cNvSpPr/>
          <p:nvPr/>
        </p:nvSpPr>
        <p:spPr>
          <a:xfrm>
            <a:off x="4216564" y="3009775"/>
            <a:ext cx="671222" cy="603731"/>
          </a:xfrm>
          <a:prstGeom prst="roundRect">
            <a:avLst/>
          </a:prstGeom>
          <a:solidFill>
            <a:schemeClr val="bg1"/>
          </a:solidFill>
          <a:ln>
            <a:solidFill>
              <a:srgbClr val="0D6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3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34CD9CD-448D-0D07-BD34-4909CE7D94C0}"/>
              </a:ext>
            </a:extLst>
          </p:cNvPr>
          <p:cNvSpPr/>
          <p:nvPr/>
        </p:nvSpPr>
        <p:spPr>
          <a:xfrm>
            <a:off x="4209520" y="3790098"/>
            <a:ext cx="671222" cy="603731"/>
          </a:xfrm>
          <a:prstGeom prst="roundRect">
            <a:avLst/>
          </a:prstGeom>
          <a:solidFill>
            <a:schemeClr val="bg1"/>
          </a:solidFill>
          <a:ln>
            <a:solidFill>
              <a:srgbClr val="0D6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3"/>
          </a:p>
        </p:txBody>
      </p:sp>
      <p:pic>
        <p:nvPicPr>
          <p:cNvPr id="41" name="Picture 4" descr="Home Icons transparent PNG images - StickPNG">
            <a:extLst>
              <a:ext uri="{FF2B5EF4-FFF2-40B4-BE49-F238E27FC236}">
                <a16:creationId xmlns:a16="http://schemas.microsoft.com/office/drawing/2014/main" id="{DBEBAE78-CAD8-855F-C2FE-3E8283970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044" y="3061017"/>
            <a:ext cx="504174" cy="504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8F67E033-9BDE-7AF1-324A-7AD4FBC26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73338" y="3034203"/>
            <a:ext cx="559178" cy="559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6">
            <a:extLst>
              <a:ext uri="{FF2B5EF4-FFF2-40B4-BE49-F238E27FC236}">
                <a16:creationId xmlns:a16="http://schemas.microsoft.com/office/drawing/2014/main" id="{7DA61884-5FF0-0AC6-6D96-A7ECA8669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523016" y="3837213"/>
            <a:ext cx="509500" cy="50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10">
            <a:extLst>
              <a:ext uri="{FF2B5EF4-FFF2-40B4-BE49-F238E27FC236}">
                <a16:creationId xmlns:a16="http://schemas.microsoft.com/office/drawing/2014/main" id="{CA68DA79-2E8A-2FA6-0FEB-E6753D423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331219" y="3848898"/>
            <a:ext cx="465999" cy="465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757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</TotalTime>
  <Words>8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Arial Black</vt:lpstr>
      <vt:lpstr>Office Theme</vt:lpstr>
      <vt:lpstr>PowerPoint Presentation</vt:lpstr>
      <vt:lpstr>PowerPoint Presentation</vt:lpstr>
    </vt:vector>
  </TitlesOfParts>
  <Company>DASSAULT SYSTEMES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ZAMBRONI Fabricio</dc:creator>
  <cp:lastModifiedBy>ZAMBRONI Fabricio</cp:lastModifiedBy>
  <cp:revision>9</cp:revision>
  <dcterms:created xsi:type="dcterms:W3CDTF">2025-09-15T17:10:55Z</dcterms:created>
  <dcterms:modified xsi:type="dcterms:W3CDTF">2025-09-16T16:43:26Z</dcterms:modified>
</cp:coreProperties>
</file>